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8" name="Google Shape;108;g3cb91012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4" name="Google Shape;114;g3cb91012bb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" name="Google Shape;120;g3cb91012b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6" name="Google Shape;126;g3cb91012bb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3" name="Google Shape;133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Infernyx</a:t>
            </a:r>
            <a:endParaRPr sz="180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[Student Track] AI for Learning &amp; Developer Productivity</a:t>
            </a:r>
            <a:endParaRPr sz="180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Shaurya Singh</a:t>
            </a:r>
            <a:endParaRPr sz="180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37893" y="624467"/>
            <a:ext cx="8594407" cy="435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Millions of CS students in India struggle daily with debugging code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</a:rPr>
              <a:t>Students waste hours debugging alone with no contextual guidance</a:t>
            </a:r>
            <a:endParaRPr lang="en-US"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Most rely on scattered resources: Stack Overflow, YouTube, Google 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No structured, curriculum-aligned support available at the moment of need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Generic AI tools give direct answers — students copy without understanding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BharatLearn bridges the gap between confusion and comprehension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</a:rPr>
              <a:t>BharatLearn uses Socratic hints, not handouts — building real problem-solving skills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</a:rPr>
              <a:t>Designed specifically for Indian CS curriculum and common college assignments</a:t>
            </a: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Prepare them for Viva and Quiz</a:t>
            </a:r>
            <a:br>
              <a:rPr lang="en-US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endParaRPr lang="en-US"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>
              <a:lnSpc>
                <a:spcPct val="115000"/>
              </a:lnSpc>
              <a:spcBef>
                <a:spcPts val="6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endParaRPr lang="en-US"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935"/>
            </a:pPr>
            <a:endParaRPr lang="en-US"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2233" y="542692"/>
            <a:ext cx="8445189" cy="446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Why AI is required in your solution?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Code errors require semantic understanding, not rigid rule-matching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adapts explanations dynamically to each student's learning pattern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Unstructured syllabi across Indian universities need intelligent parsing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How AWS services are used within your architecture?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Groq LLM API for AI inference (Bedrock-equivalent); Lambda for backend logic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API Gateway for secure routing; DynamoDB for student progress; S3 for content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What value the AI layer adds to the user experience?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Guides students to find answers themselves, building real debugging skills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Personalised hints replace generic Stack Overflow searches and costly coaching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639337"/>
            <a:ext cx="8639012" cy="440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chatbot for answering general questions related to education</a:t>
            </a:r>
          </a:p>
          <a:p>
            <a:pPr marL="457200" lvl="0" indent="-330200">
              <a:lnSpc>
                <a:spcPct val="150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AI-powered debugging assistant with hint-based, Socratic guidance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Syllabus-to-learning-path converter aligned with Indian university curricula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Viva question predictor — analyzes student code, generates likely exam questions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Adaptive quiz engine — MCQ, subjective and coding problems at variable difficulty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Multi-language support — explanations in Hindi, Tamil, Telugu and English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Learning dashboard tracking streaks, topic mastery %, and weak areas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Gamified streaks and achievement badges to reinforce consistent daily practice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Peer anonymised heatmap — shows class-wide weak topics without revealing identities</a:t>
            </a:r>
          </a:p>
          <a:p>
            <a:pPr marL="457200" lvl="0" indent="-330200">
              <a:lnSpc>
                <a:spcPct val="150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Low-bandwidth optimised — under 1 KB per AI request, works on 2G mobile data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5684" y="367527"/>
            <a:ext cx="8512632" cy="423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Use-case </a:t>
            </a:r>
            <a:r>
              <a:rPr lang="en-GB" sz="16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diagram</a:t>
            </a: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SEMESTER SETUP: Upload Syllabus → AI Generates Semester Plan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Layer: Summarises content, provides hints, debugs errors → Dashboard shows weak topics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PRE-EXAM: AI  generates practice questions, highlights weak areas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PRE-LAB </a:t>
            </a:r>
            <a:r>
              <a:rPr lang="en-GB" sz="15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VIVA: Upload project code → AI generates viva Qs → Practice with AI Examiner</a:t>
            </a:r>
            <a:endParaRPr sz="15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2" name="UseCaseDiagram">
            <a:extLst>
              <a:ext uri="{FF2B5EF4-FFF2-40B4-BE49-F238E27FC236}">
                <a16:creationId xmlns:a16="http://schemas.microsoft.com/office/drawing/2014/main" id="{D36C8DEB-B422-0E78-A28D-33EDDE475B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5" r="10065" b="3455"/>
          <a:stretch>
            <a:fillRect/>
          </a:stretch>
        </p:blipFill>
        <p:spPr>
          <a:xfrm>
            <a:off x="505522" y="2185639"/>
            <a:ext cx="8132956" cy="27794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512956"/>
            <a:ext cx="8557237" cy="433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Wireframes/Mock diagram 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3" name="WireframeMockup">
            <a:extLst>
              <a:ext uri="{FF2B5EF4-FFF2-40B4-BE49-F238E27FC236}">
                <a16:creationId xmlns:a16="http://schemas.microsoft.com/office/drawing/2014/main" id="{FC026BF1-594C-07BE-A624-9C8AFB1D5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99" y="1100000"/>
            <a:ext cx="8557237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699" y="624467"/>
            <a:ext cx="8542369" cy="440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Architecture Diagram 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USER INTERFACES → API GATEWAY → BACKEND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Web App (Next.js / Vercel) and VS Code Extension send requests via HTTPS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API Gateway (Node.js / Express on Render) routes to service handlers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BACKEND SERVICES → AI LAYER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Code Analyzer, Hint Generator, Quiz Generator, Viva Predictor as Lambda-style handlers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Groq LLM API (Claude / Llama) powers all AI inference calls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DATA LAYER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DynamoDB — student progress &amp; session state; S3 — syllabus &amp; content files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CloudWatch for monitoring; ElastiCache for response caching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2;p19" title="Artboarddfghjk – 6.png">
            <a:extLst>
              <a:ext uri="{FF2B5EF4-FFF2-40B4-BE49-F238E27FC236}">
                <a16:creationId xmlns:a16="http://schemas.microsoft.com/office/drawing/2014/main" id="{9A820734-D22E-5B48-5673-EBDAA855645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ArchitectureDiagram">
            <a:extLst>
              <a:ext uri="{FF2B5EF4-FFF2-40B4-BE49-F238E27FC236}">
                <a16:creationId xmlns:a16="http://schemas.microsoft.com/office/drawing/2014/main" id="{E0BCA4D9-EEE7-321A-7A10-C62512304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34" y="1035132"/>
            <a:ext cx="8520600" cy="39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9F0F7-0A15-D3EC-DFCF-4846F80A59A1}"/>
              </a:ext>
            </a:extLst>
          </p:cNvPr>
          <p:cNvSpPr txBox="1"/>
          <p:nvPr/>
        </p:nvSpPr>
        <p:spPr>
          <a:xfrm>
            <a:off x="524108" y="530961"/>
            <a:ext cx="463147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Architecture Diagram :</a:t>
            </a:r>
          </a:p>
        </p:txBody>
      </p:sp>
    </p:spTree>
    <p:extLst>
      <p:ext uri="{BB962C8B-B14F-4D97-AF65-F5344CB8AC3E}">
        <p14:creationId xmlns:p14="http://schemas.microsoft.com/office/powerpoint/2010/main" val="110560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564995"/>
            <a:ext cx="8520066" cy="446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Technologies Utilized 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Frontend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Next.js + TypeScript for web application, deployed on Vercel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Tailwind CSS for responsive, mobile-first UI design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VS Code Extension API for in-editor AI assistance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Backend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Node.js + Express.js REST API, deployed on Render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API Gateway for request routing and rate limiting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AI &amp; Data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Groq LLM API for fast AI inference (Bedrock-compatible design pattern)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Amazon DynamoDB for progress tracking; Amazon S3 for content storage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Amazon CloudWatch for monitoring; AWS IAM for security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141248" y="379141"/>
            <a:ext cx="8854068" cy="4787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6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Monthly AWS Infrastructure (1,000 active students)</a:t>
            </a:r>
            <a:endParaRPr sz="16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AWS Lambda / Render backend: ~$50–$100/month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Amazon DynamoDB (on-demand): ~$30–$80/month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Amazon S3 + CloudFront CDN: ~$10–$30/month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API Gateway: ~$20–$50/month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AI Inference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Groq API (free tier covers prototype; production ~$50–$150/month)</a:t>
            </a:r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</a:rPr>
              <a:t>If Changed to Amazon Bedrock — Claude 3.5 Sonnet: ~$300–$600/month for 1,000 students at moderate usage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Total Estimated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~$160–$410/month for 1,000 active users — scales cost-efficiently with serverless design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233908" y="291120"/>
            <a:ext cx="8661315" cy="472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21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Working Prototype Includes:</a:t>
            </a:r>
            <a:endParaRPr sz="21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9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Home / Dashboard: Personalized greeting, 2-day study streak tracker, weekly activity chart, topic mastery bars (Loops, OOP, DS&amp;A, Sorting), 30-day streak heatmap, and quick-start cards to jump straight into quiz, debug, or learning plan</a:t>
            </a: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9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Code Debugging Assistant: Paste code in any language (Python, Java, JS, C++, Go) → AI detects the error, labels it (syntax / logic / concept gap), explains the underlying concept, and gives a Socratic hint — the fix is never shown. Tagline reads: “No solutions — you fix it.”</a:t>
            </a: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9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Quiz Generator: Pick any CS topic → AI generates 10 questions across MCQ, Short Answer, and Coding types. Each question shows difficulty (Easy / Medium / Hard), marks, and an AI-written explanation on reveal. Tested live with Python Functions topic.</a:t>
            </a: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9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Viva Question Predictor: Upload project code → AI analyses it across Correctness, Code Organization, and Best Practices criteria, then generates 20 predicted viva questions tagged by difficulty (Easy / Medium / Hard) and type (Concept, Output, Theory, Implementation)</a:t>
            </a: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9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Backend API: Node.js + Express server deployed on Render with all endpoints live — /debug, /quiz, /viva, /learn. Tested and verified via Postman and browser. Request reaches Groq LLM and returns a hint response in under 2 seconds.</a:t>
            </a: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9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Full-stack deployment: Next.js + TypeScript frontend live on Vencel, Node.js backend live on Render. Both connected end-to-end and accessible globally — no local setup required by judges.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281962" y="618224"/>
            <a:ext cx="8393685" cy="4243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Response Time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Average AI hint generation: &lt;5 seconds end-to-end via Groq API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API response latency: &lt;300ms for non-AI endpoints (DynamoDB reads)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Accuracy &amp; Quality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hints correctly identified error type in 90%+ of test cases across C, Python, Java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Hint guidance was conceptually accurate and did not reveal direct solutions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Scalability</a:t>
            </a:r>
            <a:endParaRPr sz="18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Serverless architecture auto-scales; tested up to 50 concurrent requests without degradation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Low-bandwidth mode (text-only): full functionality at &lt;1 KB/request payload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34536" y="617033"/>
            <a:ext cx="8237035" cy="4230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 SemiBold"/>
                <a:ea typeface="Manrope"/>
                <a:cs typeface="Manrope"/>
                <a:sym typeface="Manrope"/>
              </a:rPr>
              <a:t>Additional Details/Future Development :</a:t>
            </a:r>
            <a:endParaRPr sz="2000" b="1" dirty="0">
              <a:solidFill>
                <a:schemeClr val="tx1"/>
              </a:solidFill>
              <a:latin typeface="Manrope SemiBold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 SemiBold"/>
                <a:ea typeface="Manrope"/>
                <a:cs typeface="Manrope"/>
                <a:sym typeface="Manrope"/>
              </a:rPr>
              <a:t>Planned Features</a:t>
            </a:r>
            <a:endParaRPr sz="1800" b="1" dirty="0">
              <a:solidFill>
                <a:schemeClr val="tx1"/>
              </a:solidFill>
              <a:latin typeface="Manrope SemiBold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Amazon Bedrock (Claude 3.5 Sonnet) integration once AWS access is provisioned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SageMaker fine-tuned model trained on Indian CS syllabi and NPTEL content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Amazon Comprehend for automatic regional language detection and routing</a:t>
            </a: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US" sz="1600" dirty="0">
                <a:solidFill>
                  <a:schemeClr val="tx1"/>
                </a:solidFill>
                <a:latin typeface="Manrope SemiBold"/>
              </a:rPr>
              <a:t>Peer comparison dashboard showing anonymized class-wide weak area heatmaps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800" b="1" dirty="0">
                <a:solidFill>
                  <a:schemeClr val="tx1"/>
                </a:solidFill>
                <a:latin typeface="Manrope SemiBold"/>
                <a:ea typeface="Manrope"/>
                <a:cs typeface="Manrope"/>
                <a:sym typeface="Manrope"/>
              </a:rPr>
              <a:t>Roadmap</a:t>
            </a:r>
            <a:endParaRPr sz="1800" b="1" dirty="0">
              <a:solidFill>
                <a:schemeClr val="tx1"/>
              </a:solidFill>
              <a:latin typeface="Manrope SemiBold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LMS integration with Moodle and Google Classroom for auto-pulling assignments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Voice-to-query in regional languages (Hindi, Tamil, Telugu)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Telegram Bot interface for students without smartphones or stable browsers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Nationwide rollout: target 100,000+ students across tier-2 and tier-3 cities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229923" y="542692"/>
            <a:ext cx="8557237" cy="4289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20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 sz="2000" b="1" dirty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GitHub Public Repository: https://github.com/shaurya-s-dev/BharatLearn-Dev-Coach-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Demo Video Link: [3-minute walkthrough — link to be added before submission]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Live Frontend: https://bharat-learn-frontend.vercel.app/home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>
              <a:lnSpc>
                <a:spcPct val="115000"/>
              </a:lnSpc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chemeClr val="tx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Live Backend API: https://bharatlearn-backend.onrender.com/</a:t>
            </a: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lvl="0" algn="ctr">
              <a:lnSpc>
                <a:spcPct val="115000"/>
              </a:lnSpc>
              <a:spcBef>
                <a:spcPts val="1400"/>
              </a:spcBef>
            </a:pPr>
            <a:r>
              <a:rPr lang="en-US" sz="1800" i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“</a:t>
            </a:r>
            <a:r>
              <a:rPr lang="en-US" sz="2000" b="1" i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Tell me and I forget. Teach me and I remember. Involve me and I learn.”</a:t>
            </a:r>
            <a:endParaRPr lang="en-US" sz="2000" b="1" dirty="0">
              <a:solidFill>
                <a:schemeClr val="tx1"/>
              </a:solidFill>
              <a:latin typeface="Manrope"/>
            </a:endParaRPr>
          </a:p>
          <a:p>
            <a:pPr lvl="0" algn="ctr">
              <a:lnSpc>
                <a:spcPct val="115000"/>
              </a:lnSpc>
            </a:pPr>
            <a:r>
              <a:rPr lang="en-US" sz="1800" b="1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— Benjamin Franklin</a:t>
            </a:r>
            <a:endParaRPr lang="en-US" sz="1800" b="1" dirty="0">
              <a:solidFill>
                <a:schemeClr val="tx1"/>
              </a:solidFill>
              <a:latin typeface="Manrope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800" dirty="0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BharatLearn is built on this belief. Every hint we give, every question we ask back, every explanation we offer — is designed to make the student think, not copy. We are not replacing the teacher. We are scaling the best parts of one.</a:t>
            </a:r>
            <a:endParaRPr lang="en-US" sz="1800" dirty="0">
              <a:solidFill>
                <a:schemeClr val="tx1"/>
              </a:solidFill>
              <a:latin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chemeClr val="tx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3DE7D-3626-F64E-9A3B-AF2EFF8274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10" t="14059" r="10418" b="12072"/>
          <a:stretch>
            <a:fillRect/>
          </a:stretch>
        </p:blipFill>
        <p:spPr>
          <a:xfrm>
            <a:off x="7940320" y="4133384"/>
            <a:ext cx="1055002" cy="8326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  <a:softEdge rad="12700"/>
          </a:effectLst>
          <a:scene3d>
            <a:camera prst="perspectiveHeroicExtremeLeftFacing"/>
            <a:lightRig rig="threePt" dir="t"/>
          </a:scene3d>
          <a:sp3d>
            <a:bevelT/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1325</Words>
  <Application>Microsoft Office PowerPoint</Application>
  <PresentationFormat>On-screen Show (16:9)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Manrope</vt:lpstr>
      <vt:lpstr>Manrope SemiBold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Shaurya</dc:creator>
  <cp:lastModifiedBy>Shaurya Singh</cp:lastModifiedBy>
  <cp:revision>18</cp:revision>
  <dcterms:modified xsi:type="dcterms:W3CDTF">2026-03-08T15:59:26Z</dcterms:modified>
</cp:coreProperties>
</file>